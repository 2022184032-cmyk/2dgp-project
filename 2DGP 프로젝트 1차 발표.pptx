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2A8F5F-DA60-4E9A-9B1F-3693F43E6C8F}" v="758" dt="2025-10-01T14:49:16.508"/>
    <p1510:client id="{0F42FC9B-A1E6-4362-9B3E-50EB698F63E9}" v="1101" dt="2025-10-01T12:36:13.4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-478001" y="-154119"/>
            <a:ext cx="12843710" cy="2387600"/>
          </a:xfrm>
        </p:spPr>
        <p:txBody>
          <a:bodyPr/>
          <a:lstStyle/>
          <a:p>
            <a:r>
              <a:rPr lang="ko-KR" altLang="en-US" sz="4000">
                <a:ea typeface="맑은 고딕"/>
              </a:rPr>
              <a:t>던전 어드벤처 (</a:t>
            </a:r>
            <a:r>
              <a:rPr lang="ko-KR" altLang="en-US" sz="4000" dirty="0">
                <a:ea typeface="맑은 고딕"/>
              </a:rPr>
              <a:t>로그라이크 + RPG)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92DE1B-830A-A046-D553-E35EBB0DC615}"/>
              </a:ext>
            </a:extLst>
          </p:cNvPr>
          <p:cNvSpPr txBox="1"/>
          <p:nvPr/>
        </p:nvSpPr>
        <p:spPr>
          <a:xfrm>
            <a:off x="761999" y="2776603"/>
            <a:ext cx="11430000" cy="198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D11B1F-CC23-42FE-A44A-57C6C621380D}"/>
              </a:ext>
            </a:extLst>
          </p:cNvPr>
          <p:cNvSpPr txBox="1"/>
          <p:nvPr/>
        </p:nvSpPr>
        <p:spPr>
          <a:xfrm>
            <a:off x="1233236" y="2553511"/>
            <a:ext cx="973898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dirty="0">
                <a:ea typeface="+mn-lt"/>
                <a:cs typeface="+mn-lt"/>
              </a:rPr>
              <a:t>실시간으로 </a:t>
            </a:r>
            <a:r>
              <a:rPr lang="ko-KR" altLang="en-US" dirty="0">
                <a:ea typeface="+mn-lt"/>
                <a:cs typeface="+mn-lt"/>
              </a:rPr>
              <a:t>플레이어와 적이 동시에 움직이고 싸우는 전략 게임</a:t>
            </a:r>
          </a:p>
          <a:p>
            <a:r>
              <a:rPr lang="ko-KR" dirty="0">
                <a:latin typeface="Malgun Gothic"/>
                <a:ea typeface="Malgun Gothic"/>
              </a:rPr>
              <a:t>적과 아이템의 위치가 플레이할 때마다 무작위로 바뀌어, 동일한 던전이라도 매번 새로운 탐험과 전투를 즐길 수 있다</a:t>
            </a:r>
          </a:p>
          <a:p>
            <a:r>
              <a:rPr lang="ko-KR" altLang="en-US" dirty="0">
                <a:ea typeface="맑은 고딕"/>
              </a:rPr>
              <a:t>각 층을 돌파할 때마다 아이템을 선택해 원하는 빌드를 세워 플레이 할 수 있다</a:t>
            </a:r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6" descr="스크린샷, 비디오 게임 소프트웨어, PC 게임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F452C1-1D74-7C5C-8C5C-B252054451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2836" y="603508"/>
            <a:ext cx="5465460" cy="4114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5C582A-2C8E-308F-C058-71633F39BC7C}"/>
              </a:ext>
            </a:extLst>
          </p:cNvPr>
          <p:cNvSpPr txBox="1"/>
          <p:nvPr/>
        </p:nvSpPr>
        <p:spPr>
          <a:xfrm>
            <a:off x="814191" y="4906027"/>
            <a:ext cx="888090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ea typeface="맑은 고딕"/>
              </a:rPr>
              <a:t>던전의 층, 적, 플레이어의 레벨, </a:t>
            </a:r>
            <a:r>
              <a:rPr lang="ko-KR" altLang="en-US" dirty="0" err="1">
                <a:ea typeface="맑은 고딕"/>
              </a:rPr>
              <a:t>Hp</a:t>
            </a:r>
            <a:r>
              <a:rPr lang="ko-KR" altLang="en-US" dirty="0">
                <a:ea typeface="맑은 고딕"/>
              </a:rPr>
              <a:t>, 스킬, 직업 등이 있음</a:t>
            </a:r>
            <a:endParaRPr lang="ko-KR" dirty="0"/>
          </a:p>
          <a:p>
            <a:endParaRPr lang="ko-KR" alt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836247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 descr="텍스트, 스크린샷, 비디오 게임 소프트웨어, PC 게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087C738-9BCD-8783-3CEE-975372B5EB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0842" y="364810"/>
            <a:ext cx="5497643" cy="4114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131BE9-8DB1-7E1D-E2A5-FB821D9A44ED}"/>
              </a:ext>
            </a:extLst>
          </p:cNvPr>
          <p:cNvSpPr txBox="1"/>
          <p:nvPr/>
        </p:nvSpPr>
        <p:spPr>
          <a:xfrm>
            <a:off x="908137" y="4759890"/>
            <a:ext cx="892479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ea typeface="맑은 고딕"/>
              </a:rPr>
              <a:t>적 처치 시 경험치 획득 &gt; </a:t>
            </a:r>
            <a:r>
              <a:rPr lang="ko-KR" altLang="en-US" dirty="0" err="1">
                <a:ea typeface="맑은 고딕"/>
              </a:rPr>
              <a:t>레벨업</a:t>
            </a:r>
            <a:endParaRPr lang="ko-KR" altLang="en-US" dirty="0" err="1">
              <a:ea typeface="맑은 고딕" panose="020B0503020000020004" pitchFamily="34" charset="-127"/>
            </a:endParaRPr>
          </a:p>
          <a:p>
            <a:r>
              <a:rPr lang="ko-KR" altLang="en-US" dirty="0">
                <a:ea typeface="맑은 고딕"/>
              </a:rPr>
              <a:t>직업마다 레벨을 올렸을 경우 획득하는 능력치가 다름</a:t>
            </a:r>
          </a:p>
        </p:txBody>
      </p:sp>
    </p:spTree>
    <p:extLst>
      <p:ext uri="{BB962C8B-B14F-4D97-AF65-F5344CB8AC3E}">
        <p14:creationId xmlns:p14="http://schemas.microsoft.com/office/powerpoint/2010/main" val="1452043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 descr="텍스트, 스크린샷, 지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E53C4A-3788-5188-395E-6C6A8D5E4B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0375" y="367702"/>
            <a:ext cx="5438209" cy="4114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424272-A3EE-19A0-9A83-DF50B014FCB1}"/>
              </a:ext>
            </a:extLst>
          </p:cNvPr>
          <p:cNvSpPr txBox="1"/>
          <p:nvPr/>
        </p:nvSpPr>
        <p:spPr>
          <a:xfrm>
            <a:off x="887260" y="4791205"/>
            <a:ext cx="958241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ea typeface="맑은 고딕"/>
              </a:rPr>
              <a:t>해당 층의 보스 몬스터를 쓰러뜨리면 다음 층으로 이동 </a:t>
            </a:r>
          </a:p>
        </p:txBody>
      </p:sp>
    </p:spTree>
    <p:extLst>
      <p:ext uri="{BB962C8B-B14F-4D97-AF65-F5344CB8AC3E}">
        <p14:creationId xmlns:p14="http://schemas.microsoft.com/office/powerpoint/2010/main" val="2376017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 descr="PC 게임, 스크린샷, 비디오 게임 소프트웨어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E00E1B-E282-C9C2-D6D3-9ECB04BCCE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0078" y="367702"/>
            <a:ext cx="5501431" cy="4114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77B76D-A87E-A5B6-A4A3-AC6B7365D4AE}"/>
              </a:ext>
            </a:extLst>
          </p:cNvPr>
          <p:cNvSpPr txBox="1"/>
          <p:nvPr/>
        </p:nvSpPr>
        <p:spPr>
          <a:xfrm>
            <a:off x="835069" y="4812082"/>
            <a:ext cx="1006257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ea typeface="맑은 고딕"/>
              </a:rPr>
              <a:t>마지막 보스를 쓰러뜨리면 게임 승리</a:t>
            </a:r>
            <a:endParaRPr lang="ko-KR" dirty="0"/>
          </a:p>
          <a:p>
            <a:endParaRPr lang="ko-KR" alt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882028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11A884-3176-F85E-A7DA-DC04E1E9B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/>
              </a:rPr>
              <a:t>개발 일정</a:t>
            </a:r>
            <a:br>
              <a:rPr lang="ko-KR" altLang="en-US" dirty="0">
                <a:ea typeface="맑은 고딕"/>
              </a:rPr>
            </a:b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A6F3CE-78A2-5669-6664-B51A25D1D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1515"/>
            <a:ext cx="10515600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ko-KR" altLang="en-US" dirty="0">
                <a:ea typeface="맑은 고딕"/>
              </a:rPr>
              <a:t>1주차: 플레이어 이동, 맵 표시</a:t>
            </a:r>
          </a:p>
          <a:p>
            <a:pPr marL="0" indent="0">
              <a:buNone/>
            </a:pPr>
            <a:r>
              <a:rPr lang="ko-KR" altLang="en-US" dirty="0">
                <a:ea typeface="맑은 고딕"/>
              </a:rPr>
              <a:t>2주차: 적 </a:t>
            </a:r>
            <a:r>
              <a:rPr lang="ko-KR" altLang="en-US" dirty="0" err="1">
                <a:ea typeface="맑은 고딕"/>
              </a:rPr>
              <a:t>스폰</a:t>
            </a:r>
            <a:r>
              <a:rPr lang="ko-KR" altLang="en-US" dirty="0">
                <a:ea typeface="맑은 고딕"/>
              </a:rPr>
              <a:t>, 실시간 이동 구현 (플레이어 </a:t>
            </a:r>
            <a:r>
              <a:rPr lang="ko-KR" altLang="en-US" dirty="0" err="1">
                <a:ea typeface="맑은 고딕"/>
              </a:rPr>
              <a:t>한칸</a:t>
            </a:r>
            <a:r>
              <a:rPr lang="ko-KR" altLang="en-US" dirty="0">
                <a:ea typeface="맑은 고딕"/>
              </a:rPr>
              <a:t> &gt; 적 한 칸)</a:t>
            </a:r>
          </a:p>
          <a:p>
            <a:pPr marL="0" indent="0">
              <a:buNone/>
            </a:pPr>
            <a:r>
              <a:rPr lang="ko-KR" altLang="en-US" dirty="0">
                <a:ea typeface="맑은 고딕"/>
              </a:rPr>
              <a:t>3주차: HP UI, 층 이동 시스템</a:t>
            </a:r>
          </a:p>
          <a:p>
            <a:pPr marL="0" indent="0">
              <a:buNone/>
            </a:pPr>
            <a:r>
              <a:rPr lang="ko-KR" altLang="en-US" dirty="0">
                <a:ea typeface="맑은 고딕"/>
              </a:rPr>
              <a:t>4주차: 공격, 스킬 시스템</a:t>
            </a:r>
            <a:endParaRPr lang="ko-KR" altLang="en-US" dirty="0">
              <a:solidFill>
                <a:srgbClr val="FF0000"/>
              </a:solidFill>
              <a:ea typeface="맑은 고딕"/>
            </a:endParaRPr>
          </a:p>
          <a:p>
            <a:pPr marL="0" indent="0">
              <a:buNone/>
            </a:pPr>
            <a:r>
              <a:rPr lang="ko-KR" altLang="en-US" dirty="0">
                <a:ea typeface="맑은 고딕"/>
              </a:rPr>
              <a:t>5주차: 공격/피격 추가</a:t>
            </a:r>
          </a:p>
          <a:p>
            <a:pPr marL="0" indent="0">
              <a:buNone/>
            </a:pPr>
            <a:r>
              <a:rPr lang="ko-KR" altLang="en-US" dirty="0">
                <a:ea typeface="맑은 고딕"/>
              </a:rPr>
              <a:t>6주차: 층 보스 몬스터 제작</a:t>
            </a:r>
          </a:p>
          <a:p>
            <a:pPr marL="0" indent="0">
              <a:buNone/>
            </a:pPr>
            <a:r>
              <a:rPr lang="ko-KR" altLang="en-US" dirty="0">
                <a:ea typeface="맑은 고딕"/>
              </a:rPr>
              <a:t>7주차: 직업 시스템(전사/ 마법사)</a:t>
            </a:r>
          </a:p>
          <a:p>
            <a:pPr marL="0" indent="0">
              <a:buNone/>
            </a:pPr>
            <a:r>
              <a:rPr lang="ko-KR" altLang="en-US" dirty="0">
                <a:ea typeface="맑은 고딕"/>
              </a:rPr>
              <a:t>8주차: 경험치 획득 </a:t>
            </a:r>
            <a:r>
              <a:rPr lang="ko-KR" altLang="en-US" dirty="0" err="1">
                <a:ea typeface="맑은 고딕"/>
              </a:rPr>
              <a:t>레벨업</a:t>
            </a:r>
            <a:r>
              <a:rPr lang="ko-KR" altLang="en-US" dirty="0">
                <a:ea typeface="맑은 고딕"/>
              </a:rPr>
              <a:t>, 직업에 따른 능력치 변화</a:t>
            </a:r>
          </a:p>
          <a:p>
            <a:pPr marL="0" indent="0">
              <a:buNone/>
            </a:pPr>
            <a:r>
              <a:rPr lang="ko-KR" altLang="en-US" dirty="0">
                <a:ea typeface="맑은 고딕"/>
              </a:rPr>
              <a:t>9주차: 테스트 플레이 및 오류 수정</a:t>
            </a:r>
          </a:p>
        </p:txBody>
      </p:sp>
    </p:spTree>
    <p:extLst>
      <p:ext uri="{BB962C8B-B14F-4D97-AF65-F5344CB8AC3E}">
        <p14:creationId xmlns:p14="http://schemas.microsoft.com/office/powerpoint/2010/main" val="2180072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95DE75-0A5B-EF1D-7E7B-AD39961CBC96}"/>
              </a:ext>
            </a:extLst>
          </p:cNvPr>
          <p:cNvSpPr txBox="1"/>
          <p:nvPr/>
        </p:nvSpPr>
        <p:spPr>
          <a:xfrm>
            <a:off x="767610" y="479712"/>
            <a:ext cx="5135522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800" dirty="0">
                <a:ea typeface="맑은 고딕"/>
              </a:rPr>
              <a:t>상세 게임 기획서</a:t>
            </a:r>
            <a:endParaRPr lang="ko-KR" altLang="en-US" sz="2800" dirty="0">
              <a:ea typeface="맑은 고딕" panose="020B0503020000020004" pitchFamily="34" charset="-127"/>
            </a:endParaRPr>
          </a:p>
          <a:p>
            <a:endParaRPr lang="ko-KR" altLang="en-US" dirty="0"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C8C60B-FC72-942F-F375-DCADD297ED2F}"/>
              </a:ext>
            </a:extLst>
          </p:cNvPr>
          <p:cNvSpPr txBox="1"/>
          <p:nvPr/>
        </p:nvSpPr>
        <p:spPr>
          <a:xfrm>
            <a:off x="985024" y="1356731"/>
            <a:ext cx="6207512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dirty="0">
                <a:ea typeface="맑은 고딕"/>
              </a:rPr>
              <a:t>1. 게임 개요</a:t>
            </a:r>
          </a:p>
          <a:p>
            <a:pPr marL="285750" indent="-285750">
              <a:buFont typeface="Arial"/>
              <a:buChar char="•"/>
            </a:pPr>
            <a:r>
              <a:rPr lang="en-US" altLang="ko-KR" dirty="0" err="1">
                <a:ea typeface="+mn-lt"/>
                <a:cs typeface="+mn-lt"/>
              </a:rPr>
              <a:t>게임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en-US" altLang="ko-KR" dirty="0" err="1">
                <a:ea typeface="+mn-lt"/>
                <a:cs typeface="+mn-lt"/>
              </a:rPr>
              <a:t>제목</a:t>
            </a:r>
            <a:r>
              <a:rPr lang="en-US" altLang="ko-KR" dirty="0">
                <a:ea typeface="+mn-lt"/>
                <a:cs typeface="+mn-lt"/>
              </a:rPr>
              <a:t>:</a:t>
            </a:r>
            <a:r>
              <a:rPr lang="ko-KR" dirty="0">
                <a:ea typeface="+mn-lt"/>
                <a:cs typeface="+mn-lt"/>
              </a:rPr>
              <a:t> 던전 어드벤처</a:t>
            </a:r>
            <a:endParaRPr lang="ko-KR" alt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ko-KR" altLang="en-US" dirty="0">
                <a:ea typeface="+mn-lt"/>
                <a:cs typeface="+mn-lt"/>
              </a:rPr>
              <a:t>장르: 2D </a:t>
            </a:r>
            <a:r>
              <a:rPr lang="ko-KR" dirty="0" err="1">
                <a:ea typeface="+mn-lt"/>
                <a:cs typeface="+mn-lt"/>
              </a:rPr>
              <a:t>로그라이크</a:t>
            </a:r>
            <a:r>
              <a:rPr lang="ko-KR" dirty="0">
                <a:ea typeface="+mn-lt"/>
                <a:cs typeface="+mn-lt"/>
              </a:rPr>
              <a:t> RPG</a:t>
            </a:r>
          </a:p>
          <a:p>
            <a:pPr marL="285750" indent="-285750">
              <a:buFont typeface="Arial"/>
              <a:buChar char="•"/>
            </a:pPr>
            <a:r>
              <a:rPr lang="ko-KR" dirty="0">
                <a:ea typeface="+mn-lt"/>
                <a:cs typeface="+mn-lt"/>
              </a:rPr>
              <a:t>게임 목표: 3~5층 던전을 클리어</a:t>
            </a:r>
          </a:p>
          <a:p>
            <a:pPr algn="l"/>
            <a:endParaRPr lang="ko-KR" dirty="0">
              <a:ea typeface="맑은 고딕"/>
            </a:endParaRPr>
          </a:p>
          <a:p>
            <a:pPr>
              <a:buFont typeface="Arial"/>
            </a:pPr>
            <a:r>
              <a:rPr lang="en-US" altLang="ko-KR" dirty="0">
                <a:ea typeface="맑은 고딕"/>
              </a:rPr>
              <a:t>2. </a:t>
            </a:r>
            <a:r>
              <a:rPr lang="en-US" altLang="ko-KR" dirty="0" err="1">
                <a:ea typeface="맑은 고딕"/>
              </a:rPr>
              <a:t>게임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dirty="0" err="1">
                <a:ea typeface="맑은 고딕"/>
              </a:rPr>
              <a:t>핵심</a:t>
            </a:r>
          </a:p>
          <a:p>
            <a:pPr marL="285750" indent="-285750">
              <a:buFont typeface="Arial"/>
              <a:buChar char="•"/>
            </a:pPr>
            <a:r>
              <a:rPr lang="ko-KR" dirty="0">
                <a:ea typeface="+mn-lt"/>
                <a:cs typeface="+mn-lt"/>
              </a:rPr>
              <a:t>한 칸 이동 시 턴이 진행되는 전략적 전투</a:t>
            </a:r>
            <a:endParaRPr lang="ko-KR" dirty="0"/>
          </a:p>
          <a:p>
            <a:pPr marL="285750" indent="-285750">
              <a:buFont typeface="Arial"/>
              <a:buChar char="•"/>
            </a:pPr>
            <a:r>
              <a:rPr lang="ko-KR" dirty="0">
                <a:ea typeface="+mn-lt"/>
                <a:cs typeface="+mn-lt"/>
              </a:rPr>
              <a:t>자원 관리 (HP/MP/스태미나)</a:t>
            </a:r>
            <a:endParaRPr lang="ko-KR" dirty="0"/>
          </a:p>
          <a:p>
            <a:pPr marL="285750" indent="-285750">
              <a:buFont typeface="Arial"/>
              <a:buChar char="•"/>
            </a:pPr>
            <a:r>
              <a:rPr lang="ko-KR" altLang="en-US" dirty="0">
                <a:ea typeface="+mn-lt"/>
                <a:cs typeface="+mn-lt"/>
              </a:rPr>
              <a:t>자신만의 캐릭터 빌드 만들기</a:t>
            </a:r>
          </a:p>
          <a:p>
            <a:endParaRPr lang="ko-KR" altLang="en-US" dirty="0">
              <a:ea typeface="맑은 고딕"/>
            </a:endParaRPr>
          </a:p>
          <a:p>
            <a:r>
              <a:rPr lang="ko-KR" altLang="en-US" dirty="0">
                <a:ea typeface="맑은 고딕"/>
              </a:rPr>
              <a:t>3. 게임 흐름</a:t>
            </a:r>
          </a:p>
          <a:p>
            <a:pPr marL="285750" indent="-285750">
              <a:buFont typeface="Arial"/>
              <a:buChar char="•"/>
            </a:pPr>
            <a:r>
              <a:rPr lang="ko-KR" dirty="0">
                <a:ea typeface="+mn-lt"/>
                <a:cs typeface="+mn-lt"/>
              </a:rPr>
              <a:t>직업 선택 → 던전 입장</a:t>
            </a:r>
            <a:endParaRPr lang="ko-KR" dirty="0"/>
          </a:p>
          <a:p>
            <a:pPr marL="285750" indent="-285750">
              <a:buFont typeface="Arial"/>
              <a:buChar char="•"/>
            </a:pPr>
            <a:r>
              <a:rPr lang="ko-KR" dirty="0">
                <a:ea typeface="+mn-lt"/>
                <a:cs typeface="+mn-lt"/>
              </a:rPr>
              <a:t>던전 탐험 (전투, 이벤트, 보상)</a:t>
            </a:r>
            <a:endParaRPr lang="ko-KR" dirty="0"/>
          </a:p>
          <a:p>
            <a:pPr marL="285750" indent="-285750">
              <a:buFont typeface="Arial"/>
              <a:buChar char="•"/>
            </a:pPr>
            <a:r>
              <a:rPr lang="ko-KR" dirty="0">
                <a:ea typeface="+mn-lt"/>
                <a:cs typeface="+mn-lt"/>
              </a:rPr>
              <a:t>층 보스 격파 → 다음 층으로 이동</a:t>
            </a:r>
            <a:endParaRPr lang="ko-KR" dirty="0"/>
          </a:p>
          <a:p>
            <a:pPr marL="285750" indent="-285750">
              <a:buFont typeface="Arial"/>
              <a:buChar char="•"/>
            </a:pPr>
            <a:r>
              <a:rPr lang="ko-KR" dirty="0">
                <a:ea typeface="+mn-lt"/>
                <a:cs typeface="+mn-lt"/>
              </a:rPr>
              <a:t>최종 보스 처치 → 엔딩</a:t>
            </a:r>
            <a:endParaRPr lang="ko-KR" dirty="0"/>
          </a:p>
          <a:p>
            <a:endParaRPr lang="ko-KR" altLang="en-US" dirty="0">
              <a:ea typeface="맑은 고딕"/>
            </a:endParaRPr>
          </a:p>
          <a:p>
            <a:pPr marL="285750" indent="-285750">
              <a:buFont typeface="Arial"/>
              <a:buChar char="•"/>
            </a:pPr>
            <a:endParaRPr lang="ko-KR" alt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230694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72703E6-7234-1A8B-5C2A-98F5ED0BC1B5}"/>
              </a:ext>
            </a:extLst>
          </p:cNvPr>
          <p:cNvSpPr txBox="1"/>
          <p:nvPr/>
        </p:nvSpPr>
        <p:spPr>
          <a:xfrm>
            <a:off x="778131" y="653644"/>
            <a:ext cx="10129024" cy="67403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>
                <a:ea typeface="맑은 고딕"/>
              </a:rPr>
              <a:t>4. </a:t>
            </a:r>
            <a:r>
              <a:rPr lang="ko-KR" dirty="0">
                <a:ea typeface="맑은 고딕"/>
              </a:rPr>
              <a:t>던전/맵 디자인</a:t>
            </a:r>
          </a:p>
          <a:p>
            <a:pPr marL="285750" indent="-285750">
              <a:buFont typeface="Arial"/>
              <a:buChar char="•"/>
            </a:pPr>
            <a:r>
              <a:rPr lang="ko-KR" altLang="en-US" dirty="0">
                <a:ea typeface="+mn-lt"/>
                <a:cs typeface="+mn-lt"/>
              </a:rPr>
              <a:t>층수: 3~5층</a:t>
            </a:r>
            <a:endParaRPr lang="ko-KR" altLang="en-US" dirty="0">
              <a:ea typeface="맑은 고딕"/>
            </a:endParaRPr>
          </a:p>
          <a:p>
            <a:pPr marL="285750" indent="-285750">
              <a:buFont typeface="Arial"/>
              <a:buChar char="•"/>
            </a:pPr>
            <a:r>
              <a:rPr lang="ko-KR" dirty="0">
                <a:ea typeface="+mn-lt"/>
                <a:cs typeface="+mn-lt"/>
              </a:rPr>
              <a:t>맵 구조:</a:t>
            </a:r>
            <a:r>
              <a:rPr lang="ko-KR" altLang="en-US" dirty="0">
                <a:ea typeface="+mn-lt"/>
                <a:cs typeface="+mn-lt"/>
              </a:rPr>
              <a:t> </a:t>
            </a:r>
            <a:r>
              <a:rPr 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미로 구조 + 아이템 및 몬스터 생성 방</a:t>
            </a:r>
            <a:endParaRPr lang="ko-KR" dirty="0">
              <a:ea typeface="맑은 고딕"/>
            </a:endParaRPr>
          </a:p>
          <a:p>
            <a:pPr marL="285750" indent="-285750">
              <a:buFont typeface="Arial"/>
              <a:buChar char="•"/>
            </a:pPr>
            <a:r>
              <a:rPr lang="ko-KR" dirty="0">
                <a:ea typeface="+mn-lt"/>
                <a:cs typeface="+mn-lt"/>
              </a:rPr>
              <a:t>방 종류: </a:t>
            </a:r>
            <a:r>
              <a:rPr lang="ko-KR" dirty="0" err="1">
                <a:ea typeface="+mn-lt"/>
                <a:cs typeface="+mn-lt"/>
              </a:rPr>
              <a:t>전투방</a:t>
            </a:r>
            <a:r>
              <a:rPr lang="ko-KR" dirty="0">
                <a:ea typeface="+mn-lt"/>
                <a:cs typeface="+mn-lt"/>
              </a:rPr>
              <a:t> / </a:t>
            </a:r>
            <a:r>
              <a:rPr lang="ko-KR" dirty="0" err="1">
                <a:ea typeface="+mn-lt"/>
                <a:cs typeface="+mn-lt"/>
              </a:rPr>
              <a:t>보물방</a:t>
            </a:r>
            <a:r>
              <a:rPr lang="ko-KR" dirty="0">
                <a:ea typeface="+mn-lt"/>
                <a:cs typeface="+mn-lt"/>
              </a:rPr>
              <a:t> / </a:t>
            </a:r>
            <a:r>
              <a:rPr lang="ko-KR" dirty="0" err="1">
                <a:ea typeface="+mn-lt"/>
                <a:cs typeface="+mn-lt"/>
              </a:rPr>
              <a:t>계단방</a:t>
            </a:r>
            <a:endParaRPr lang="ko-KR" dirty="0" err="1"/>
          </a:p>
          <a:p>
            <a:pPr marL="285750" indent="-285750">
              <a:buFont typeface="Arial"/>
              <a:buChar char="•"/>
            </a:pPr>
            <a:r>
              <a:rPr lang="ko-KR" altLang="en-US" dirty="0">
                <a:ea typeface="+mn-lt"/>
                <a:cs typeface="+mn-lt"/>
              </a:rPr>
              <a:t>난이도: 층이 오를수록 적이 </a:t>
            </a:r>
            <a:r>
              <a:rPr lang="ko-KR" dirty="0" err="1">
                <a:ea typeface="+mn-lt"/>
                <a:cs typeface="+mn-lt"/>
              </a:rPr>
              <a:t>강해짐</a:t>
            </a:r>
            <a:r>
              <a:rPr lang="ko-KR" dirty="0">
                <a:ea typeface="+mn-lt"/>
                <a:cs typeface="+mn-lt"/>
              </a:rPr>
              <a:t>, 보상도 좋아짐</a:t>
            </a:r>
            <a:endParaRPr lang="ko-KR" altLang="en-US" dirty="0">
              <a:ea typeface="맑은 고딕"/>
            </a:endParaRPr>
          </a:p>
          <a:p>
            <a:endParaRPr lang="en-US" altLang="ko-KR" dirty="0">
              <a:ea typeface="맑은 고딕"/>
            </a:endParaRPr>
          </a:p>
          <a:p>
            <a:r>
              <a:rPr lang="en-US" altLang="ko-KR" dirty="0">
                <a:ea typeface="맑은 고딕"/>
              </a:rPr>
              <a:t>5. </a:t>
            </a:r>
            <a:r>
              <a:rPr lang="en-US" altLang="ko-KR" dirty="0" err="1">
                <a:ea typeface="맑은 고딕"/>
              </a:rPr>
              <a:t>전투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dirty="0" err="1">
                <a:ea typeface="맑은 고딕"/>
              </a:rPr>
              <a:t>시스템</a:t>
            </a:r>
            <a:endParaRPr lang="en-US" altLang="ko-KR" dirty="0">
              <a:ea typeface="맑은 고딕"/>
            </a:endParaRPr>
          </a:p>
          <a:p>
            <a:endParaRPr lang="en-US" altLang="ko-KR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ko-KR" dirty="0">
                <a:ea typeface="+mn-lt"/>
                <a:cs typeface="+mn-lt"/>
              </a:rPr>
              <a:t>방식: 실시간 </a:t>
            </a:r>
            <a:endParaRPr lang="ko-KR" altLang="en-US" dirty="0">
              <a:ea typeface="맑은 고딕"/>
            </a:endParaRPr>
          </a:p>
          <a:p>
            <a:pPr marL="285750" indent="-285750">
              <a:buFont typeface="Arial"/>
              <a:buChar char="•"/>
            </a:pPr>
            <a:r>
              <a:rPr lang="ko-KR" dirty="0">
                <a:ea typeface="+mn-lt"/>
                <a:cs typeface="+mn-lt"/>
              </a:rPr>
              <a:t>행동 종류: 이동 / 공격 / 스킬 / 아이템</a:t>
            </a:r>
            <a:endParaRPr lang="ko-KR" dirty="0">
              <a:ea typeface="맑은 고딕"/>
            </a:endParaRPr>
          </a:p>
          <a:p>
            <a:pPr marL="285750" indent="-285750">
              <a:buFont typeface="Arial"/>
              <a:buChar char="•"/>
            </a:pPr>
            <a:r>
              <a:rPr lang="ko-KR" dirty="0">
                <a:ea typeface="+mn-lt"/>
                <a:cs typeface="+mn-lt"/>
              </a:rPr>
              <a:t>자원: HP / MP / 스태미나</a:t>
            </a:r>
            <a:endParaRPr lang="ko-KR" dirty="0"/>
          </a:p>
          <a:p>
            <a:pPr marL="285750" indent="-285750">
              <a:buFont typeface="Arial"/>
              <a:buChar char="•"/>
            </a:pPr>
            <a:r>
              <a:rPr lang="ko-KR" dirty="0">
                <a:ea typeface="+mn-lt"/>
                <a:cs typeface="+mn-lt"/>
              </a:rPr>
              <a:t>적: 추적, 공격, 특수 패턴</a:t>
            </a:r>
            <a:endParaRPr lang="ko-KR" dirty="0"/>
          </a:p>
          <a:p>
            <a:pPr marL="285750" indent="-285750">
              <a:buFont typeface="Arial"/>
              <a:buChar char="•"/>
            </a:pPr>
            <a:endParaRPr lang="ko-KR" dirty="0">
              <a:ea typeface="맑은 고딕"/>
            </a:endParaRPr>
          </a:p>
          <a:p>
            <a:r>
              <a:rPr lang="en-US" altLang="ko-KR" dirty="0">
                <a:ea typeface="맑은 고딕"/>
              </a:rPr>
              <a:t>6.</a:t>
            </a:r>
            <a:r>
              <a:rPr lang="ko-KR" altLang="en-US" dirty="0">
                <a:ea typeface="맑은 고딕"/>
              </a:rPr>
              <a:t> 플레이어 설정</a:t>
            </a:r>
          </a:p>
          <a:p>
            <a:pPr marL="285750" indent="-285750">
              <a:buFont typeface="Arial"/>
              <a:buChar char="•"/>
            </a:pPr>
            <a:r>
              <a:rPr lang="ko-KR" altLang="en-US" dirty="0">
                <a:ea typeface="+mn-lt"/>
                <a:cs typeface="+mn-lt"/>
              </a:rPr>
              <a:t>직업</a:t>
            </a:r>
            <a:endParaRPr lang="en-US" altLang="ko-KR" dirty="0">
              <a:ea typeface="맑은 고딕"/>
            </a:endParaRPr>
          </a:p>
          <a:p>
            <a:pPr marL="742950" lvl="1" indent="-285750">
              <a:buFont typeface="Arial"/>
              <a:buChar char="•"/>
            </a:pPr>
            <a:r>
              <a:rPr lang="ko-KR" altLang="en-US" dirty="0">
                <a:ea typeface="+mn-lt"/>
                <a:cs typeface="+mn-lt"/>
              </a:rPr>
              <a:t>전사</a:t>
            </a:r>
            <a:r>
              <a:rPr lang="en-US" altLang="ko-KR" dirty="0">
                <a:ea typeface="+mn-lt"/>
                <a:cs typeface="+mn-lt"/>
              </a:rPr>
              <a:t>:</a:t>
            </a:r>
            <a:r>
              <a:rPr lang="ko-KR" altLang="en-US" dirty="0">
                <a:ea typeface="+mn-lt"/>
                <a:cs typeface="+mn-lt"/>
              </a:rPr>
              <a:t> </a:t>
            </a:r>
            <a:r>
              <a:rPr lang="en-US" altLang="ko-KR" dirty="0">
                <a:ea typeface="+mn-lt"/>
                <a:cs typeface="+mn-lt"/>
              </a:rPr>
              <a:t>HP</a:t>
            </a:r>
            <a:r>
              <a:rPr lang="ko-KR" altLang="en-US" dirty="0">
                <a:ea typeface="+mn-lt"/>
                <a:cs typeface="+mn-lt"/>
              </a:rPr>
              <a:t> 높음</a:t>
            </a:r>
            <a:r>
              <a:rPr lang="en-US" altLang="ko-KR" dirty="0">
                <a:ea typeface="+mn-lt"/>
                <a:cs typeface="+mn-lt"/>
              </a:rPr>
              <a:t>,</a:t>
            </a:r>
            <a:r>
              <a:rPr lang="ko-KR" altLang="en-US" dirty="0">
                <a:ea typeface="+mn-lt"/>
                <a:cs typeface="+mn-lt"/>
              </a:rPr>
              <a:t> 근접 공격 강함</a:t>
            </a:r>
            <a:endParaRPr lang="ko-KR" altLang="en-US" dirty="0"/>
          </a:p>
          <a:p>
            <a:pPr marL="742950" lvl="1" indent="-285750">
              <a:buFont typeface="Arial"/>
              <a:buChar char="•"/>
            </a:pPr>
            <a:r>
              <a:rPr lang="ko-KR" altLang="en-US" dirty="0">
                <a:ea typeface="+mn-lt"/>
                <a:cs typeface="+mn-lt"/>
              </a:rPr>
              <a:t>마법사</a:t>
            </a:r>
            <a:r>
              <a:rPr lang="en-US" altLang="ko-KR" dirty="0">
                <a:ea typeface="+mn-lt"/>
                <a:cs typeface="+mn-lt"/>
              </a:rPr>
              <a:t>:</a:t>
            </a:r>
            <a:r>
              <a:rPr lang="ko-KR" altLang="en-US" dirty="0">
                <a:ea typeface="+mn-lt"/>
                <a:cs typeface="+mn-lt"/>
              </a:rPr>
              <a:t> </a:t>
            </a:r>
            <a:r>
              <a:rPr lang="en-US" altLang="ko-KR" dirty="0">
                <a:ea typeface="+mn-lt"/>
                <a:cs typeface="+mn-lt"/>
              </a:rPr>
              <a:t>MP</a:t>
            </a:r>
            <a:r>
              <a:rPr lang="ko-KR" altLang="en-US" dirty="0">
                <a:ea typeface="+mn-lt"/>
                <a:cs typeface="+mn-lt"/>
              </a:rPr>
              <a:t> 활용</a:t>
            </a:r>
            <a:r>
              <a:rPr lang="en-US" altLang="ko-KR" dirty="0">
                <a:ea typeface="+mn-lt"/>
                <a:cs typeface="+mn-lt"/>
              </a:rPr>
              <a:t>,</a:t>
            </a:r>
            <a:r>
              <a:rPr lang="ko-KR" altLang="en-US" dirty="0">
                <a:ea typeface="+mn-lt"/>
                <a:cs typeface="+mn-lt"/>
              </a:rPr>
              <a:t> 원거리 마법</a:t>
            </a:r>
            <a:endParaRPr lang="ko-KR" altLang="en-US" dirty="0"/>
          </a:p>
          <a:p>
            <a:pPr marL="742950" lvl="1" indent="-285750">
              <a:buFont typeface="Arial"/>
              <a:buChar char="•"/>
            </a:pPr>
            <a:r>
              <a:rPr lang="ko-KR" altLang="en-US" dirty="0">
                <a:ea typeface="+mn-lt"/>
                <a:cs typeface="+mn-lt"/>
              </a:rPr>
              <a:t>도적</a:t>
            </a:r>
            <a:r>
              <a:rPr lang="en-US" altLang="ko-KR" dirty="0">
                <a:ea typeface="+mn-lt"/>
                <a:cs typeface="+mn-lt"/>
              </a:rPr>
              <a:t>:</a:t>
            </a:r>
            <a:r>
              <a:rPr lang="ko-KR" altLang="en-US" dirty="0">
                <a:ea typeface="+mn-lt"/>
                <a:cs typeface="+mn-lt"/>
              </a:rPr>
              <a:t> </a:t>
            </a:r>
            <a:r>
              <a:rPr lang="ko-KR" altLang="en-US" dirty="0" err="1">
                <a:ea typeface="+mn-lt"/>
                <a:cs typeface="+mn-lt"/>
              </a:rPr>
              <a:t>회피율</a:t>
            </a:r>
            <a:r>
              <a:rPr lang="ko-KR" altLang="en-US" dirty="0">
                <a:ea typeface="+mn-lt"/>
                <a:cs typeface="+mn-lt"/>
              </a:rPr>
              <a:t> 높음</a:t>
            </a:r>
            <a:r>
              <a:rPr lang="en-US" altLang="ko-KR" dirty="0">
                <a:ea typeface="+mn-lt"/>
                <a:cs typeface="+mn-lt"/>
              </a:rPr>
              <a:t>,</a:t>
            </a:r>
            <a:r>
              <a:rPr lang="ko-KR" altLang="en-US" dirty="0">
                <a:ea typeface="+mn-lt"/>
                <a:cs typeface="+mn-lt"/>
              </a:rPr>
              <a:t> 치명타</a:t>
            </a:r>
            <a:endParaRPr lang="ko-KR" altLang="en-US" dirty="0"/>
          </a:p>
          <a:p>
            <a:pPr marL="285750" indent="-285750">
              <a:buFont typeface="Arial"/>
              <a:buChar char="•"/>
            </a:pPr>
            <a:r>
              <a:rPr lang="en-US" altLang="ko-KR" dirty="0" err="1">
                <a:ea typeface="+mn-lt"/>
                <a:cs typeface="+mn-lt"/>
              </a:rPr>
              <a:t>성장</a:t>
            </a:r>
            <a:r>
              <a:rPr lang="en-US" altLang="ko-KR" dirty="0">
                <a:ea typeface="+mn-lt"/>
                <a:cs typeface="+mn-lt"/>
              </a:rPr>
              <a:t>:</a:t>
            </a:r>
            <a:endParaRPr lang="ko-KR" altLang="en-US" dirty="0"/>
          </a:p>
          <a:p>
            <a:pPr marL="742950" lvl="1" indent="-285750">
              <a:buFont typeface="Arial"/>
              <a:buChar char="•"/>
            </a:pPr>
            <a:r>
              <a:rPr lang="ko-KR" altLang="en-US" dirty="0" err="1">
                <a:ea typeface="+mn-lt"/>
                <a:cs typeface="+mn-lt"/>
              </a:rPr>
              <a:t>레벨업</a:t>
            </a:r>
            <a:r>
              <a:rPr lang="ko-KR" altLang="en-US" dirty="0">
                <a:ea typeface="+mn-lt"/>
                <a:cs typeface="+mn-lt"/>
              </a:rPr>
              <a:t> → 능력치 상승</a:t>
            </a:r>
            <a:endParaRPr lang="ko-KR" altLang="en-US" dirty="0"/>
          </a:p>
          <a:p>
            <a:pPr marL="742950" lvl="1" indent="-285750">
              <a:buFont typeface="Arial"/>
              <a:buChar char="•"/>
            </a:pPr>
            <a:r>
              <a:rPr lang="ko-KR" altLang="en-US" dirty="0">
                <a:ea typeface="+mn-lt"/>
                <a:cs typeface="+mn-lt"/>
              </a:rPr>
              <a:t>아이템 → </a:t>
            </a:r>
            <a:r>
              <a:rPr lang="ko-KR" altLang="en-US" dirty="0" err="1">
                <a:ea typeface="+mn-lt"/>
                <a:cs typeface="+mn-lt"/>
              </a:rPr>
              <a:t>스탯</a:t>
            </a:r>
            <a:r>
              <a:rPr lang="ko-KR" altLang="en-US" dirty="0">
                <a:ea typeface="+mn-lt"/>
                <a:cs typeface="+mn-lt"/>
              </a:rPr>
              <a:t> 보정</a:t>
            </a:r>
            <a:endParaRPr lang="ko-KR" altLang="en-US" dirty="0"/>
          </a:p>
          <a:p>
            <a:endParaRPr lang="ko-KR" dirty="0">
              <a:ea typeface="맑은 고딕"/>
            </a:endParaRPr>
          </a:p>
          <a:p>
            <a:endParaRPr lang="ko-KR" altLang="en-US" dirty="0">
              <a:ea typeface="맑은 고딕"/>
            </a:endParaRPr>
          </a:p>
          <a:p>
            <a:endParaRPr lang="ko-KR" alt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785334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1DFBFDF-C24F-CCD4-97DF-0C3C98F8DDB5}"/>
              </a:ext>
            </a:extLst>
          </p:cNvPr>
          <p:cNvSpPr txBox="1"/>
          <p:nvPr/>
        </p:nvSpPr>
        <p:spPr>
          <a:xfrm>
            <a:off x="1040780" y="576146"/>
            <a:ext cx="10370634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dirty="0">
                <a:latin typeface="Malgun Gothic"/>
                <a:ea typeface="Malgun Gothic"/>
                <a:cs typeface="+mn-lt"/>
              </a:rPr>
              <a:t>7. 적, 보스 디자인</a:t>
            </a:r>
            <a:endParaRPr lang="ko-KR"/>
          </a:p>
          <a:p>
            <a:pPr marL="285750" indent="-285750">
              <a:buFont typeface="Arial"/>
              <a:buChar char="•"/>
            </a:pPr>
            <a:r>
              <a:rPr lang="ko-KR" altLang="en-US" dirty="0">
                <a:ea typeface="+mn-lt"/>
                <a:cs typeface="+mn-lt"/>
              </a:rPr>
              <a:t>일반 몬스터: </a:t>
            </a:r>
            <a:r>
              <a:rPr lang="ko-KR" dirty="0" err="1">
                <a:ea typeface="+mn-lt"/>
                <a:cs typeface="+mn-lt"/>
              </a:rPr>
              <a:t>슬라임</a:t>
            </a:r>
            <a:r>
              <a:rPr lang="ko-KR" dirty="0">
                <a:ea typeface="+mn-lt"/>
                <a:cs typeface="+mn-lt"/>
              </a:rPr>
              <a:t>, 늑대, </a:t>
            </a:r>
            <a:r>
              <a:rPr lang="ko-KR" dirty="0" err="1">
                <a:ea typeface="+mn-lt"/>
                <a:cs typeface="+mn-lt"/>
              </a:rPr>
              <a:t>고블린</a:t>
            </a:r>
            <a:r>
              <a:rPr lang="ko-KR" dirty="0">
                <a:ea typeface="+mn-lt"/>
                <a:cs typeface="+mn-lt"/>
              </a:rPr>
              <a:t> (난이도별 체력/공격력 설정)</a:t>
            </a:r>
            <a:endParaRPr lang="ko-KR" dirty="0">
              <a:ea typeface="맑은 고딕"/>
            </a:endParaRPr>
          </a:p>
          <a:p>
            <a:pPr marL="285750" indent="-285750">
              <a:buFont typeface="Arial"/>
              <a:buChar char="•"/>
            </a:pPr>
            <a:r>
              <a:rPr lang="ko-KR" altLang="en-US" dirty="0">
                <a:ea typeface="+mn-lt"/>
                <a:cs typeface="+mn-lt"/>
              </a:rPr>
              <a:t>보스: 각 층 최종 보스 (패턴 2~3개, 예: 범위 공격, 버프)</a:t>
            </a:r>
            <a:endParaRPr lang="ko-KR" altLang="en-US" dirty="0">
              <a:ea typeface="맑은 고딕"/>
            </a:endParaRPr>
          </a:p>
          <a:p>
            <a:endParaRPr lang="ko-KR" altLang="en-US" dirty="0">
              <a:ea typeface="맑은 고딕"/>
            </a:endParaRPr>
          </a:p>
          <a:p>
            <a:r>
              <a:rPr lang="ko-KR" dirty="0">
                <a:ea typeface="맑은 고딕"/>
              </a:rPr>
              <a:t>8. 아이템 &amp; 장비</a:t>
            </a:r>
          </a:p>
          <a:p>
            <a:pPr marL="285750" indent="-285750">
              <a:buFont typeface="Arial"/>
              <a:buChar char="•"/>
            </a:pPr>
            <a:r>
              <a:rPr lang="ko-KR" dirty="0">
                <a:ea typeface="+mn-lt"/>
                <a:cs typeface="+mn-lt"/>
              </a:rPr>
              <a:t>소비 </a:t>
            </a:r>
            <a:r>
              <a:rPr lang="ko-KR" altLang="en-US" dirty="0">
                <a:ea typeface="+mn-lt"/>
                <a:cs typeface="+mn-lt"/>
              </a:rPr>
              <a:t>아이템</a:t>
            </a:r>
            <a:r>
              <a:rPr lang="ko-KR" dirty="0">
                <a:ea typeface="+mn-lt"/>
                <a:cs typeface="+mn-lt"/>
              </a:rPr>
              <a:t>: </a:t>
            </a:r>
            <a:r>
              <a:rPr lang="ko-KR" dirty="0" err="1">
                <a:ea typeface="+mn-lt"/>
                <a:cs typeface="+mn-lt"/>
              </a:rPr>
              <a:t>포션</a:t>
            </a:r>
            <a:r>
              <a:rPr lang="ko-KR" dirty="0">
                <a:ea typeface="+mn-lt"/>
                <a:cs typeface="+mn-lt"/>
              </a:rPr>
              <a:t>, 스태미나 회복</a:t>
            </a:r>
            <a:r>
              <a:rPr lang="ko-KR" altLang="en-US" dirty="0">
                <a:ea typeface="+mn-lt"/>
                <a:cs typeface="+mn-lt"/>
              </a:rPr>
              <a:t> 및 각종 </a:t>
            </a:r>
            <a:r>
              <a:rPr lang="ko-KR" altLang="en-US" dirty="0" err="1">
                <a:ea typeface="+mn-lt"/>
                <a:cs typeface="+mn-lt"/>
              </a:rPr>
              <a:t>버프아이템</a:t>
            </a:r>
            <a:endParaRPr lang="ko-KR" dirty="0" err="1"/>
          </a:p>
          <a:p>
            <a:pPr marL="285750" indent="-285750">
              <a:buFont typeface="Arial"/>
              <a:buChar char="•"/>
            </a:pPr>
            <a:r>
              <a:rPr lang="ko-KR" dirty="0">
                <a:ea typeface="+mn-lt"/>
                <a:cs typeface="+mn-lt"/>
              </a:rPr>
              <a:t>장비 아이템: 무기/</a:t>
            </a:r>
            <a:r>
              <a:rPr lang="ko-KR" dirty="0" err="1">
                <a:ea typeface="+mn-lt"/>
                <a:cs typeface="+mn-lt"/>
              </a:rPr>
              <a:t>방어구</a:t>
            </a:r>
            <a:r>
              <a:rPr lang="ko-KR" dirty="0">
                <a:ea typeface="+mn-lt"/>
                <a:cs typeface="+mn-lt"/>
              </a:rPr>
              <a:t>/악세사리</a:t>
            </a:r>
            <a:endParaRPr lang="ko-KR" dirty="0"/>
          </a:p>
          <a:p>
            <a:endParaRPr lang="ko-KR" dirty="0">
              <a:ea typeface="맑은 고딕"/>
            </a:endParaRPr>
          </a:p>
          <a:p>
            <a:r>
              <a:rPr lang="ko-KR" dirty="0">
                <a:ea typeface="맑은 고딕"/>
              </a:rPr>
              <a:t>9. UI</a:t>
            </a:r>
          </a:p>
          <a:p>
            <a:pPr marL="285750" indent="-285750">
              <a:buFont typeface="Arial"/>
              <a:buChar char="•"/>
            </a:pPr>
            <a:r>
              <a:rPr lang="ko-KR" dirty="0">
                <a:ea typeface="+mn-lt"/>
                <a:cs typeface="+mn-lt"/>
              </a:rPr>
              <a:t>기본 </a:t>
            </a:r>
            <a:r>
              <a:rPr lang="en-US" altLang="ko-KR" dirty="0">
                <a:ea typeface="+mn-lt"/>
                <a:cs typeface="+mn-lt"/>
              </a:rPr>
              <a:t>UHD</a:t>
            </a:r>
            <a:r>
              <a:rPr lang="ko-KR" dirty="0">
                <a:ea typeface="+mn-lt"/>
                <a:cs typeface="+mn-lt"/>
              </a:rPr>
              <a:t>: HP/MP/스태미나, 인벤토리, </a:t>
            </a:r>
            <a:r>
              <a:rPr lang="ko-KR" dirty="0" err="1">
                <a:ea typeface="+mn-lt"/>
                <a:cs typeface="+mn-lt"/>
              </a:rPr>
              <a:t>미니맵</a:t>
            </a:r>
            <a:endParaRPr lang="ko-KR" dirty="0" err="1"/>
          </a:p>
          <a:p>
            <a:endParaRPr lang="ko-KR" altLang="en-US" dirty="0">
              <a:ea typeface="맑은 고딕"/>
            </a:endParaRPr>
          </a:p>
          <a:p>
            <a:endParaRPr lang="ko-KR" altLang="en-US" dirty="0">
              <a:ea typeface="맑은 고딕"/>
            </a:endParaRPr>
          </a:p>
          <a:p>
            <a:r>
              <a:rPr lang="ko-KR" altLang="en-US" dirty="0">
                <a:ea typeface="맑은 고딕"/>
              </a:rPr>
              <a:t>10. 클리어 조건</a:t>
            </a:r>
          </a:p>
          <a:p>
            <a:pPr marL="285750" indent="-285750">
              <a:buFont typeface="Arial"/>
              <a:buChar char="•"/>
            </a:pPr>
            <a:r>
              <a:rPr lang="ko-KR" dirty="0">
                <a:ea typeface="+mn-lt"/>
                <a:cs typeface="+mn-lt"/>
              </a:rPr>
              <a:t> 최종 보스 처치</a:t>
            </a:r>
            <a:endParaRPr lang="ko-KR" dirty="0"/>
          </a:p>
          <a:p>
            <a:endParaRPr lang="ko-KR" altLang="en-US" dirty="0">
              <a:ea typeface="맑은 고딕"/>
            </a:endParaRPr>
          </a:p>
          <a:p>
            <a:endParaRPr lang="ko-KR" alt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253656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Office 테마</vt:lpstr>
      <vt:lpstr>던전 어드벤처 (로그라이크 + RPG)</vt:lpstr>
      <vt:lpstr>PowerPoint 프레젠테이션</vt:lpstr>
      <vt:lpstr>PowerPoint 프레젠테이션</vt:lpstr>
      <vt:lpstr>PowerPoint 프레젠테이션</vt:lpstr>
      <vt:lpstr>PowerPoint 프레젠테이션</vt:lpstr>
      <vt:lpstr>개발 일정 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341</cp:revision>
  <dcterms:created xsi:type="dcterms:W3CDTF">2025-10-01T09:23:13Z</dcterms:created>
  <dcterms:modified xsi:type="dcterms:W3CDTF">2025-10-01T14:54:49Z</dcterms:modified>
</cp:coreProperties>
</file>